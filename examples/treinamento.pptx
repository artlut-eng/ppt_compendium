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620" b="1" i="0">
                <a:solidFill>
                  <a:srgbClr val="FFFFFF"/>
                </a:solidFill>
                <a:latin typeface="Calibri"/>
              </a:rPr>
              <a:t>Apontamento de paradas no 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20" b="0" i="0">
                <a:solidFill>
                  <a:srgbClr val="D9E1EA"/>
                </a:solidFill>
                <a:latin typeface="Calibri"/>
              </a:rPr>
              <a:t>Treinamento para operadores - 45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Ao final, você será capaz 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Registrar uma parada em até 2 minutos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Escolher a causa correta entre as 12 categorias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Corrigir um apontamento errado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Saber quando chamar a manutenção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Por que apontar (5 min)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Passo a passo (15 min)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Prática (15 min)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Dúvidas e verificação 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960" b="1" i="0">
                <a:solidFill>
                  <a:srgbClr val="FFFFFF"/>
                </a:solidFill>
                <a:latin typeface="Calibri"/>
              </a:rPr>
              <a:t>Por que apontar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Sem apontamento, 40% das paradas viram 'outros' e nada é corrigido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Pareto de causas depende do seu registro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Manutenção prioriza pelo que está apontado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Meta: menos de 5% em 'outros'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960" b="1" i="0">
                <a:solidFill>
                  <a:srgbClr val="FFFFFF"/>
                </a:solidFill>
                <a:latin typeface="Calibri"/>
              </a:rPr>
              <a:t>Passo a passo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Quatro passos para registrar uma parada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1. Tela Paradas &gt; Nova</a:t>
            </a:r>
          </a:p>
        </p:txBody>
      </p:sp>
      <p:sp>
        <p:nvSpPr>
          <p:cNvPr id="5" name="Chevron 4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2. Selecionar máquina</a:t>
            </a:r>
          </a:p>
        </p:txBody>
      </p:sp>
      <p:sp>
        <p:nvSpPr>
          <p:cNvPr id="6" name="Chevron 5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3. Escolher causa (lista)</a:t>
            </a:r>
          </a:p>
        </p:txBody>
      </p:sp>
      <p:sp>
        <p:nvSpPr>
          <p:cNvPr id="7" name="Chevron 6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4. Confirmar e informar duração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980" b="1" i="0">
                <a:solidFill>
                  <a:srgbClr val="1F3A5F"/>
                </a:solidFill>
                <a:latin typeface="Calibri"/>
              </a:rPr>
              <a:t>Certo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Causa específica: 'falta de material - almoxarifado'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980" b="1" i="0">
                <a:solidFill>
                  <a:srgbClr val="1F3A5F"/>
                </a:solidFill>
                <a:latin typeface="Calibri"/>
              </a:rPr>
              <a:t>Errado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Prática: registre as 3 paradas do cenário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Cenário no ambiente de teste (usuário treino01)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15 minutos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Instrutor valida ao final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Resumo: o que precisa 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Apontar na hora, com causa específica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'Outros' só se nenhuma das 12 servir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Erro de apontamento: corrigir em Paradas &gt; Editar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Dúvida: supervisor do turno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180" b="1" i="0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90" b="0" i="0">
                <a:solidFill>
                  <a:srgbClr val="D9E1EA"/>
                </a:solidFill>
                <a:latin typeface="Calibri"/>
              </a:rPr>
              <a:t>Avaliação: link no crachá do supervisor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