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Projeto Atlas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Calibri"/>
              </a:rPr>
              <a:t>Kickoff - 08/09/2026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5544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Por que o Atlas existe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22402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402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Objetivos e escopo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9260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Cronograma e equipe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6118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118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Governança e riscos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42976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976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Sucesso = lead time de 12 para 9 dias até março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4663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0" i="0">
                <a:solidFill>
                  <a:srgbClr val="333333"/>
                </a:solidFill>
                <a:latin typeface="Calibri"/>
              </a:rPr>
              <a:t>Baseline: 12 dias (média jan-ago/26)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0" i="0">
                <a:solidFill>
                  <a:srgbClr val="333333"/>
                </a:solidFill>
                <a:latin typeface="Calibri"/>
              </a:rPr>
              <a:t>Meta: 9 dias em 31/03/2027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0" i="0">
                <a:solidFill>
                  <a:srgbClr val="333333"/>
                </a:solidFill>
                <a:latin typeface="Calibri"/>
              </a:rPr>
              <a:t>OTIF de 91% para 96%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0" i="0">
                <a:solidFill>
                  <a:srgbClr val="333333"/>
                </a:solidFill>
                <a:latin typeface="Calibri"/>
              </a:rPr>
              <a:t>Sem aumento de custo logístico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Dentro: expedição e transporte. Fora: produção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500116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Dentro do escopo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57400"/>
            <a:ext cx="5500116" cy="274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240280"/>
            <a:ext cx="5500116" cy="3886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Processo de expedição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Roteirização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Integração TMS-ERP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1636" y="1463040"/>
            <a:ext cx="5500116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Fora do escopo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1636" y="2057400"/>
            <a:ext cx="5500116" cy="274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31636" y="2240280"/>
            <a:ext cx="5500116" cy="3886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Planejamento de produção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Compras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Troca de transportadora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Go-live em 15/03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721607"/>
            <a:ext cx="10698480" cy="54864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3566159"/>
            <a:ext cx="365760" cy="365760"/>
          </a:xfrm>
          <a:prstGeom prst="ellipse">
            <a:avLst/>
          </a:prstGeom>
          <a:solidFill>
            <a:srgbClr val="1F3A5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Diagnóstico</a:t>
            </a:r>
          </a:p>
        </p:txBody>
      </p:sp>
      <p:sp>
        <p:nvSpPr>
          <p:cNvPr id="8" name="Oval 7"/>
          <p:cNvSpPr/>
          <p:nvPr/>
        </p:nvSpPr>
        <p:spPr>
          <a:xfrm>
            <a:off x="4267199" y="3566159"/>
            <a:ext cx="365760" cy="365760"/>
          </a:xfrm>
          <a:prstGeom prst="ellipse">
            <a:avLst/>
          </a:prstGeom>
          <a:solidFill>
            <a:srgbClr val="1F3A5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27119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Nov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7119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Desenho e piloto</a:t>
            </a:r>
          </a:p>
        </p:txBody>
      </p:sp>
      <p:sp>
        <p:nvSpPr>
          <p:cNvPr id="11" name="Oval 10"/>
          <p:cNvSpPr/>
          <p:nvPr/>
        </p:nvSpPr>
        <p:spPr>
          <a:xfrm>
            <a:off x="7528560" y="3566159"/>
            <a:ext cx="365760" cy="365760"/>
          </a:xfrm>
          <a:prstGeom prst="ellipse">
            <a:avLst/>
          </a:prstGeom>
          <a:solidFill>
            <a:srgbClr val="1F3A5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8848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Jan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848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Implantação</a:t>
            </a:r>
          </a:p>
        </p:txBody>
      </p:sp>
      <p:sp>
        <p:nvSpPr>
          <p:cNvPr id="14" name="Oval 13"/>
          <p:cNvSpPr/>
          <p:nvPr/>
        </p:nvSpPr>
        <p:spPr>
          <a:xfrm>
            <a:off x="10789920" y="3566159"/>
            <a:ext cx="365760" cy="365760"/>
          </a:xfrm>
          <a:prstGeom prst="ellipse">
            <a:avLst/>
          </a:prstGeom>
          <a:solidFill>
            <a:srgbClr val="1F3A5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4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Mar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Go-live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5852160"/>
            <a:ext cx="182880" cy="1828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Planejado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Quem faz o quê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4552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Papel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Nome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Dedicação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Sponsor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Diretor de Operações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Comitê mensal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Gerente do projeto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Ana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Líder logística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Carlos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TI / integração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Time ERP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Próximas 4 semanas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4552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Mapear processo atual de expedição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Carlos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20/09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C8C8C"/>
                          </a:solidFill>
                          <a:latin typeface="Calibr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Levantar requisitos de integração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TI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27/09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C8C8C"/>
                          </a:solidFill>
                          <a:latin typeface="Calibr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Confirmar alocação de 2 analistas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Sponsor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12/09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anchor="ctr" marL="73152" marR="73152">
                    <a:solidFill>
                      <a:srgbClr val="F9A82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Canal do projeto: #atlas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0" i="0">
                <a:solidFill>
                  <a:srgbClr val="D9E1EA"/>
                </a:solidFill>
                <a:latin typeface="Calibri"/>
              </a:rPr>
              <a:t>ana@empresa.com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