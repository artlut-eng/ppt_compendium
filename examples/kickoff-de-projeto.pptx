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Projeto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Kickoff - 08/09/2026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2026-09-08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Por que o Atlas existe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Objetivos e escopo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Cronograma e equipe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Governança e riscos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976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Sucesso = lead time de 12 para 9 dias até março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2026-09-08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4552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333333"/>
                </a:solidFill>
                <a:latin typeface="Calibri"/>
              </a:rPr>
              <a:t>Baseline: 12 dias (média jan-ago/26)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333333"/>
                </a:solidFill>
                <a:latin typeface="Calibri"/>
              </a:rPr>
              <a:t>Meta: 9 dias em 31/03/2027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333333"/>
                </a:solidFill>
                <a:latin typeface="Calibri"/>
              </a:rPr>
              <a:t>OTIF de 91% para 96%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Sem aumento de custo logístico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Dentro: expedição e transporte. Fora: produção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2026-09-08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Dentro do escopo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500116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5500116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Processo de expedição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Roteirização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Integração TMS-ERP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46304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Fora do escopo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2057400"/>
            <a:ext cx="5500116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1636" y="2240280"/>
            <a:ext cx="5500116" cy="3886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Planejamento de produção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Compras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Troca de transportadora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Go-live em 15/03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2026-09-08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21607"/>
            <a:ext cx="106984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3566159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Diagnóstico</a:t>
            </a:r>
          </a:p>
        </p:txBody>
      </p:sp>
      <p:sp>
        <p:nvSpPr>
          <p:cNvPr id="9" name="Oval 8"/>
          <p:cNvSpPr/>
          <p:nvPr/>
        </p:nvSpPr>
        <p:spPr>
          <a:xfrm>
            <a:off x="4267199" y="3566159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7119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Nov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7119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Desenho e piloto</a:t>
            </a:r>
          </a:p>
        </p:txBody>
      </p:sp>
      <p:sp>
        <p:nvSpPr>
          <p:cNvPr id="12" name="Oval 11"/>
          <p:cNvSpPr/>
          <p:nvPr/>
        </p:nvSpPr>
        <p:spPr>
          <a:xfrm>
            <a:off x="7528560" y="3566159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848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848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Implantação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0" y="3566159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Go-live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Planejado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Quem faz o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2026-09-08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Papel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Dedicação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Diretor de Operações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Comitê mensal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Gerente do projeto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Ana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Líder logística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Carlos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TI / integração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Time ERP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Próximas 4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2026-09-08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Mapear processo atual de expedição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Carlos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20/09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Levantar requisitos de integração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TI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27/09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Confirmar alocação de 2 analistas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12/09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Canal do projeto: #atlas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Calibri"/>
              </a:rPr>
              <a:t>ana@empresa.com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