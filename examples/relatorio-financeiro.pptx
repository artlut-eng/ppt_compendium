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spPr>
            <a:solidFill>
              <a:srgbClr val="0B254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EBITDA orçado</c:v>
                </c:pt>
                <c:pt idx="1">
                  <c:v>Volume</c:v>
                </c:pt>
                <c:pt idx="2">
                  <c:v>Preço</c:v>
                </c:pt>
                <c:pt idx="3">
                  <c:v>Custo</c:v>
                </c:pt>
                <c:pt idx="4">
                  <c:v>Despesas</c:v>
                </c:pt>
                <c:pt idx="5">
                  <c:v>EBITDA real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</c:v>
                </c:pt>
                <c:pt idx="1">
                  <c:v>-0.9</c:v>
                </c:pt>
                <c:pt idx="2">
                  <c:v>0.3</c:v>
                </c:pt>
                <c:pt idx="3">
                  <c:v>1.4</c:v>
                </c:pt>
                <c:pt idx="4">
                  <c:v>-0.3</c:v>
                </c:pt>
                <c:pt idx="5">
                  <c:v>8.2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F1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Substituir por waterfall nativo quando disponível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Resultado 2T26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Diretoria Financeira - base gerencial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Arial"/>
              </a:rPr>
              <a:t>EBITDA de R$ 8,2 mi, 6% acima do orçamento, apesar de receita 2% abaixo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Custo unitário caiu 4% com renegociação de insumos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Receita abaixo por volume na Divisão 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Caixa líquido de R$ 12 mi, cobertura de 8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Pedimos: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antecipação de capex de R$ 2 mi para a linha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Todos os indicadores acima do ano anterior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2898" cy="73152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RECEITA LÍQUIDA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Arial"/>
              </a:rPr>
              <a:t>R$ 41,3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  <a:latin typeface="Arial"/>
              </a:rPr>
              <a:t>-2% vs. orç.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4418" y="155448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4418" y="155448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1577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1577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Arial"/>
              </a:rPr>
              <a:t>R$ 8,2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577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+6% vs. orç.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5448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5448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MARGEM 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Arial"/>
              </a:rPr>
              <a:t>19,9%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+1,5 p.p.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8854" y="155448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8854" y="155448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6014" y="178308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CAIXA LÍQUIDO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6014" y="214884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Arial"/>
              </a:rPr>
              <a:t>R$ 12,0 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6014" y="3337560"/>
            <a:ext cx="233857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+R$ 1,1 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Ganho de custo compensou volume menor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103601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DRE gerencial, jun/26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Margem bruta subiu 1,8 p.p.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R$ mi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Real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Orçado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Var.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Var. %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Receita líquida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41,3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42,1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(0,8)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Custo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(27,0)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(28,3)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Margem bruta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Despesas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(6,1)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(6,1)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Pedimos aprovar antecipação de capex de R$ 2 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capex linha 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31/07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Revisar forecast de volume Divisão 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Comercial + FP&amp;A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15/08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7F7F7F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Arial"/>
              </a:rPr>
              <a:t>Anexos: DRE completa, DFC, reconciliações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