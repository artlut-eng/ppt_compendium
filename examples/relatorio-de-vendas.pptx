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85858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Sul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0.8</c:v>
                </c:pt>
                <c:pt idx="2">
                  <c:v>0.6</c:v>
                </c:pt>
                <c:pt idx="3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2E86A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Sul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1.35</c:v>
                </c:pt>
                <c:pt idx="1">
                  <c:v>0.8</c:v>
                </c:pt>
                <c:pt idx="2">
                  <c:v>0.58</c:v>
                </c:pt>
                <c:pt idx="3">
                  <c:v>2.0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max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1B2A49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Qualificação</c:v>
                </c:pt>
                <c:pt idx="1">
                  <c:v>Proposta</c:v>
                </c:pt>
                <c:pt idx="2">
                  <c:v>Negociação</c:v>
                </c:pt>
                <c:pt idx="3">
                  <c:v>Fechamento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8.0</c:v>
                </c:pt>
                <c:pt idx="1">
                  <c:v>5.5</c:v>
                </c:pt>
                <c:pt idx="2">
                  <c:v>3.0</c:v>
                </c:pt>
                <c:pt idx="3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D2D2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Vendas agosto/26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Diretoria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Segoe UI"/>
              </a:rPr>
              <a:t>2026-09-01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B2A49"/>
                </a:solidFill>
                <a:latin typeface="Segoe UI"/>
              </a:rPr>
              <a:t>Atingimos 94% da meta; Sul superou, Sudeste ficou 12% abaixo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Ticket médio +8% com novo mix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Sudeste perdeu 3 contas grandes para concorrente por preço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Pipeline cobre 2,1x a meta de setembro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D2D2D"/>
                </a:solidFill>
                <a:latin typeface="Segoe UI"/>
              </a:rPr>
              <a:t/>
            </a:r>
            <a:r>
              <a:rPr sz="1600" b="1" i="0">
                <a:solidFill>
                  <a:srgbClr val="F26419"/>
                </a:solidFill>
                <a:latin typeface="Segoe UI"/>
              </a:rPr>
              <a:t>Pedimos:  </a:t>
            </a:r>
            <a:r>
              <a:rPr sz="1600" b="1" i="0">
                <a:solidFill>
                  <a:srgbClr val="2D2D2D"/>
                </a:solidFill>
                <a:latin typeface="Segoe UI"/>
              </a:rPr>
              <a:t>Aprovar campanha de retenção no Sudeste (R$ 120 mil)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Ticket médio subiu 8%, volume caiu 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RECEITA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2D2D2D"/>
                </a:solidFill>
                <a:latin typeface="Segoe UI"/>
              </a:rPr>
              <a:t>R$ 4,7 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94% da meta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TICKET MÉDIO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500" b="1" i="0">
                <a:solidFill>
                  <a:srgbClr val="2D2D2D"/>
                </a:solidFill>
                <a:latin typeface="Segoe UI"/>
              </a:rPr>
              <a:t>R$ 18,2 mil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1577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Segoe UI"/>
              </a:rPr>
              <a:t>+8%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NOVOS CLIENTES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Segoe UI"/>
              </a:rPr>
              <a:t>+4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CHURN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2,1%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6014" y="315468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Segoe UI"/>
              </a:rPr>
              <a:t>+0,6 p.p.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Sudeste responde por todo o gap da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CRM, extração 01/09/2026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graphicFrame>
        <p:nvGraphicFramePr>
          <p:cNvPr id="6" name="Chart 5" descr="Sudeste responde por todo o gap da meta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Pipeline de R$ 18 mi cobre 2,1x a meta de setembro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6" name="Chart 5" descr="Pipeline de R$ 18 mi cobre 2,1x a meta de setembro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Três ações para fechar o gap do Sudeste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58585"/>
                </a:solidFill>
                <a:latin typeface="Segoe U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Campanha de retenção nas 20 maiores contas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Ger. Sudeste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Revisar tabela de preço para produto B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Pricing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Contratar 1 vendedor para interior de SP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RH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Próxima revisão: 01/10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