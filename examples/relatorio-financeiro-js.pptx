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EBITDA orçado</c:v>
                  </c:pt>
                  <c:pt idx="1">
                    <c:v>Volume</c:v>
                  </c:pt>
                  <c:pt idx="2">
                    <c:v>Preço</c:v>
                  </c:pt>
                  <c:pt idx="3">
                    <c:v>Custo</c:v>
                  </c:pt>
                  <c:pt idx="4">
                    <c:v>Despesas</c:v>
                  </c:pt>
                  <c:pt idx="5">
                    <c:v>EBITDA real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</c:v>
                </c:pt>
                <c:pt idx="1">
                  <c:v>-0.9</c:v>
                </c:pt>
                <c:pt idx="2">
                  <c:v>0.3</c:v>
                </c:pt>
                <c:pt idx="3">
                  <c:v>1.4</c:v>
                </c:pt>
                <c:pt idx="4">
                  <c:v>-0.3</c:v>
                </c:pt>
                <c:pt idx="5">
                  <c:v>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F1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por waterfall nativo quando disponível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2T26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E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Financeira - base gerencial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de R$ 8,2 mi, 6% acima do orçamento, apesar de receita 2% abaixo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unitário caiu 4% com renegociação de insumos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abaixo por volume na Divisão 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líquido de R$ 12 mi, cobertura de 8 meses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Pedimos:  </a:t>
            </a:r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antecipação de capex de R$ 2 mi para a linha 4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indicadores acima do ano anterior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12898" cy="2377440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12898" cy="73152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LÍQUIDA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R$ 41,3 mi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233857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-2% vs. orç.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44418" y="1554480"/>
            <a:ext cx="2612898" cy="2377440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3344418" y="1554480"/>
            <a:ext cx="2612898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3481578" y="178308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81578" y="214884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R$ 8,2 mi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81578" y="3337560"/>
            <a:ext cx="233857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vs. orç.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1636" y="1554480"/>
            <a:ext cx="2612898" cy="2377440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1636" y="1554480"/>
            <a:ext cx="2612898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68796" y="178308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EBITDA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8796" y="214884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19,9%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68796" y="3337560"/>
            <a:ext cx="233857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+1,5 p.p.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18854" y="1554480"/>
            <a:ext cx="2612898" cy="2377440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118854" y="1554480"/>
            <a:ext cx="2612898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9256014" y="1783080"/>
            <a:ext cx="233857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LÍQUIDO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56014" y="2148840"/>
            <a:ext cx="233857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R$ 12,0 mi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56014" y="3337560"/>
            <a:ext cx="233857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+R$ 1,1 mi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custo compensou volume menor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0"/>
            <a:ext cx="103601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DRE gerencial, jun/26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11274552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subiu 1,8 p.p.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mi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Orçado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Var.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Receita líquida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(27,0)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(28,3)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Margem bruta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Despesas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(6,1)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Pedimos aprovar antecipação de capex de R$ 2 mi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Aprovar capex linha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31/07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andamento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forecast de volume Divisão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Comercial + FP&amp;A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15/08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iniciada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F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E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Anexos: DRE completa, DFC, reconciliações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2026-09-02T01:52:20Z</dcterms:created>
  <dcterms:modified xsi:type="dcterms:W3CDTF">2026-09-02T01:52:20Z</dcterms:modified>
</cp:coreProperties>
</file>