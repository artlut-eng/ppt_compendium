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Lições aprendidas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Calibri"/>
              </a:rPr>
              <a:t>Projeto Atlas - encerramento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Sumário executivo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74552" cy="1005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73152" cy="10058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8136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Calibri"/>
              </a:rPr>
              <a:t>Atlas entregou a meta com 6 semanas de atraso; integração foi o gargalo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97479"/>
            <a:ext cx="411480" cy="4114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alibri"/>
              </a:rPr>
              <a:t>Lead time caiu de 12 para 8,7 dias (meta 9)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520439"/>
            <a:ext cx="411480" cy="4114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47472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alibri"/>
              </a:rPr>
              <a:t>Atraso de 6 semanas na integração TMS-ERP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11480" cy="4114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29768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alibri"/>
              </a:rPr>
              <a:t>Custo 4% acima do orçamento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394960"/>
            <a:ext cx="11274552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394960"/>
            <a:ext cx="10972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Calibri"/>
              </a:rPr>
              <a:t/>
            </a:r>
            <a:r>
              <a:rPr sz="1600" b="1" i="0">
                <a:solidFill>
                  <a:srgbClr val="F2A900"/>
                </a:solidFill>
                <a:latin typeface="Calibri"/>
              </a:rPr>
              <a:t>Pedimos: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Adotar checklist de homologação de integração em todos os projetos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Benefício atingido; prazo estourou 25%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2612898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2612898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LEAD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333333"/>
                </a:solidFill>
                <a:latin typeface="Calibri"/>
              </a:rPr>
              <a:t>8,7 dias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37560"/>
            <a:ext cx="233857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meta 9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4418" y="1554480"/>
            <a:ext cx="2612898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44418" y="1554480"/>
            <a:ext cx="2612898" cy="7315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81577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PRAZO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1577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333333"/>
                </a:solidFill>
                <a:latin typeface="Calibri"/>
              </a:rPr>
              <a:t>+6 sem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1577" y="3337560"/>
            <a:ext cx="233857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+25%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554480"/>
            <a:ext cx="2612898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1636" y="1554480"/>
            <a:ext cx="2612898" cy="73152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8796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CUSTO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8796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333333"/>
                </a:solidFill>
                <a:latin typeface="Calibri"/>
              </a:rPr>
              <a:t>+4%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3337560"/>
            <a:ext cx="233857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9A825"/>
                </a:solidFill>
                <a:latin typeface="Calibri"/>
              </a:rPr>
              <a:t>R$ 32 mil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18854" y="1554480"/>
            <a:ext cx="2612898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18854" y="1554480"/>
            <a:ext cx="2612898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56014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ESCOPO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56014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333333"/>
                </a:solidFill>
                <a:latin typeface="Calibri"/>
              </a:rPr>
              <a:t>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6014" y="3337560"/>
            <a:ext cx="233857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sem cortes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Piloto funcionou; homologação com fornecedor não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500116" cy="5486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Funcionou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57400"/>
            <a:ext cx="5500116" cy="2743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240280"/>
            <a:ext cx="5500116" cy="3886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Piloto de 2 semanas em 1 rota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Reunião diária de 15 min na implantação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Sponsor presente nas decisões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1636" y="1463040"/>
            <a:ext cx="5500116" cy="5486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Não funcionou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1636" y="2057400"/>
            <a:ext cx="5500116" cy="2743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31636" y="2240280"/>
            <a:ext cx="5500116" cy="3886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Homologação de API do fornecedor sem prazo contratual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Requisitos de integração levantados tarde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Dependência de 1 pessoa em TI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Cinco recomendações para os próximos projetos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74552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Lição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Recomendação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Dono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Integração descoberta tarde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Levantar requisitos de integração no diagnóstico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PMO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Fornecedor sem prazo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Cláusula de prazo de homologação em contrato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Compras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Pessoa única em TI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Dupla em todo papel crítico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Atualizar checklist de homologação até outubro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74552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828800"/>
                <a:gridCol w="137160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Ação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Dono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Prazo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Revisar template de kickoff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PMO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15/10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8C8C8C"/>
                          </a:solidFill>
                          <a:latin typeface="Calibri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Incluir cláusula padrão em contratos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Jurídico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31/10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8C8C8C"/>
                          </a:solidFill>
                          <a:latin typeface="Calibri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Obrigado à equipe Atlas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