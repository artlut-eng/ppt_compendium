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Lições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Projeto Atlas - encerramento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Atlas entregou a meta com 6 semanas de atraso; integração foi o gargalo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Lead time caiu de 12 para 8,7 dias (meta 9)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Atraso de 6 semanas na integração TMS-ERP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4% acima do orçamento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Adotar checklist de homologação de integração em todos os projetos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Benefício atingido; prazo estourou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LEAD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8,7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+6 sem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+25%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R$ 32 mil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sem cortes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Piloto funcionou; homologação com fornecedor não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Funcionou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Piloto de 2 semanas em 1 rota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Reunião diária de 15 min na implantação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Sponsor presente nas decisões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Não funcionou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Homologação de API do fornecedor sem prazo contratual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Requisitos de integração levantados tarde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Dependência de 1 pessoa em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Cinco recomendações para os próximos projetos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Integração descoberta tarde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Levantar requisitos de integração no diagnóstico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sem prazo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Cláusula de prazo de homologação em contrato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Pessoa única em 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Dupla em todo papel crítico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Atualizar checklist de homologação até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Revisar template de kickoff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Incluir cláusula padrão em contratos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Jurídico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31/10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Obrigado à equipe Atlas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