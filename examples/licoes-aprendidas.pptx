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Lições aprendidas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Calibri"/>
              </a:rPr>
              <a:t>Projeto Atlas - encerramento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Sumário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Atlas entregou a meta com 6 semanas de atraso; integração foi o gargalo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79"/>
            <a:ext cx="411480" cy="4114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Lead time caiu de 12 para 8,7 dias (meta 9)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20439"/>
            <a:ext cx="411480" cy="4114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747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Atraso de 6 semanas na integração TMS-ERP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Custo 4% acima do orçamento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/>
            </a:r>
            <a:r>
              <a:rPr sz="1600" b="1" i="0">
                <a:solidFill>
                  <a:srgbClr val="F2A900"/>
                </a:solidFill>
                <a:latin typeface="Calibri"/>
              </a:rPr>
              <a:t>Pedimos: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Adotar checklist de homologação de integração em todos os projetos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Benefício atingido; prazo estourou 25%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LEAD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8,7 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5468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meta 9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4418" y="155448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4418" y="1554480"/>
            <a:ext cx="2612898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1577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PRAZO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1577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+6 sem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1577" y="315468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+25%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55448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554480"/>
            <a:ext cx="2612898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8796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CUSTO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6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+4%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315468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R$ 32 mil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18854" y="155448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8854" y="155448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6014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ESCOPO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6014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014" y="315468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sem cortes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Piloto funcionou; homologação com fornecedor não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Funcionou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57400"/>
            <a:ext cx="5500116" cy="274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5500116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Piloto de 2 semanas em 1 rota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Reunião diária de 15 min na implantação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Sponsor presente nas decisões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1636" y="146304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Não funcionou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2057400"/>
            <a:ext cx="5500116" cy="274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2240280"/>
            <a:ext cx="5500116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Homologação de API do fornecedor sem prazo contratual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Requisitos de integração levantados tarde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Dependência de 1 pessoa em 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Cinco recomendações para os próximos projetos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Lição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Recomendação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Dono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Integração descoberta tarde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Levantar requisitos de integração no diagnóstico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Fornecedor sem prazo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Cláusula de prazo de homologação em contrato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Compras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Pessoa única em TI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Dupla em todo papel crítico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Atualizar checklist de homologação até outubro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2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Revisar template de kickoff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PMO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15/10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Incluir cláusula padrão em contratos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Jurídico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31/10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Obrigado à equipe Atlas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