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mil)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set</c:v>
                </c:pt>
                <c:pt idx="1">
                  <c:v>out</c:v>
                </c:pt>
                <c:pt idx="2">
                  <c:v>nov</c:v>
                </c:pt>
                <c:pt idx="3">
                  <c:v>dez</c:v>
                </c:pt>
                <c:pt idx="4">
                  <c:v>jan</c:v>
                </c:pt>
                <c:pt idx="5">
                  <c:v>fev</c:v>
                </c:pt>
                <c:pt idx="6">
                  <c:v>mar</c:v>
                </c:pt>
                <c:pt idx="7">
                  <c:v>abr</c:v>
                </c:pt>
                <c:pt idx="8">
                  <c:v>mai</c:v>
                </c:pt>
                <c:pt idx="9">
                  <c:v>jun</c:v>
                </c:pt>
                <c:pt idx="10">
                  <c:v>jul</c:v>
                </c:pt>
                <c:pt idx="11">
                  <c:v>ago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</c:v>
                </c:pt>
                <c:pt idx="1">
                  <c:v>58</c:v>
                </c:pt>
                <c:pt idx="2">
                  <c:v>70</c:v>
                </c:pt>
                <c:pt idx="3">
                  <c:v>82</c:v>
                </c:pt>
                <c:pt idx="4">
                  <c:v>95</c:v>
                </c:pt>
                <c:pt idx="5">
                  <c:v>110</c:v>
                </c:pt>
                <c:pt idx="6">
                  <c:v>128</c:v>
                </c:pt>
                <c:pt idx="7">
                  <c:v>145</c:v>
                </c:pt>
                <c:pt idx="8">
                  <c:v>160</c:v>
                </c:pt>
                <c:pt idx="9">
                  <c:v>175</c:v>
                </c:pt>
                <c:pt idx="10">
                  <c:v>190</c:v>
                </c:pt>
                <c:pt idx="11">
                  <c:v>205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Fabrisense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Visibilidade industrial em tempo real | Série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Indústrias médias perdem 8% de capacidade por falta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de capacidade perdida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Estudo com 120 plantas,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Sensores plug-and-play + plataforma em 1 semana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1. Instala sensores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2. Conecta ao MES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3. Vê tudo em tempo real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4. Recebe alertas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R$ 4 bi de mercado endereçável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R$ 4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SAM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12 mil plantas × R$ 78 mil/ano (bottom-up)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MRR cresceu 4x em 12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Dados internos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Captando R$ 5 mi para chegar a 100 plantas em 18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40% produto e engenharia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35% vendas e canais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15% operações e suporte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10% reserva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Vamos conversar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Segoe UI"/>
              </a:rPr>
              <a:t>fundadores@fabrisense.com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