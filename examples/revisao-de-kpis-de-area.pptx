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1"/>
            <c:spPr>
              <a:solidFill>
                <a:srgbClr val="F2A900"/>
              </a:solidFill>
            </c:spPr>
          </c:dPt>
          <c:cat>
            <c:strRef>
              <c:f>Sheet1!$A$2:$A$3</c:f>
              <c:strCache>
                <c:ptCount val="2"/>
                <c:pt idx="0">
                  <c:v>Investimento</c:v>
                </c:pt>
                <c:pt idx="1">
                  <c:v>Benefício estimado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3.27</c:v>
                </c:pt>
                <c:pt idx="1">
                  <c:v>4.59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DIRETORIA E GESTORES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Desempenho da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Base para alinhar prioridades, metas e investimentos do próximo ciclo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 avanço de capacidade, maturidade e entregas cria uma base sólida. O próximo passo é converter esse desempenho em escolhas compartilhadas.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4572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EMPRESA EXEMPLO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reunião deve converter desempenho em direcionamento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PROPÓSITO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RESULTADO ESPERADO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Prioridades, metas e direcionadores de investimento validados, com decisões e responsáveis registrados.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Ler o ciclo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Resultados e tendências</a:t>
            </a:r>
          </a:p>
        </p:txBody>
      </p:sp>
      <p:sp>
        <p:nvSpPr>
          <p:cNvPr id="12" name="Chevron 11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Alinhar expectativas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7278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Ambição e limites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Decidir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5916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Prioridades e metas</a:t>
            </a:r>
          </a:p>
        </p:txBody>
      </p:sp>
      <p:sp>
        <p:nvSpPr>
          <p:cNvPr id="16" name="Chevron 15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Encaminhar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4554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Responsáveis e pendências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execução ganhou previsibilidade ao longo do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Painel de KPIs da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ATENÇÃO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Sustentar, não extrapolar: o fechamento de 91% orienta a ambição, mas não substitui uma meta pactuada.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57400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CONCLUÍDOS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330098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330098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projetos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4" y="2057400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NO PRAZO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2423160"/>
            <a:ext cx="330098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333333"/>
                </a:solidFill>
                <a:latin typeface="Calibri"/>
              </a:rPr>
              <a:t>84,5%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3429000"/>
            <a:ext cx="330098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média anual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6448" y="1828800"/>
            <a:ext cx="3575304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8" y="1828800"/>
            <a:ext cx="357530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2057400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EVOLUÇÃO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2423160"/>
            <a:ext cx="330098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300" b="1" i="0">
                <a:solidFill>
                  <a:srgbClr val="333333"/>
                </a:solidFill>
                <a:latin typeface="Calibri"/>
              </a:rPr>
              <a:t>78% a 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3429000"/>
            <a:ext cx="330098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jan a dez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 benefício potencial supera o investimento, mas ainda precisa ser realizado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Painel de KPIs da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TRANSPARÊNCIA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Benefício estimado não é retorno realizado.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1737360"/>
          <a:ext cx="73152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046720" y="1828800"/>
            <a:ext cx="368503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1,40x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benefício potencial sobre o investimento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Benefício estimado não é retorno realizado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O próximo ciclo deve incorporar marcos de captura e validação de valor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Três direcionadores devem filtrar o próximo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PRINCÍPIO DE DECISÃO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Nenhuma iniciativa avança sem responder claramente aos três filtros.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Foco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Priorizar iniciativas alinhadas à estratégia e limitar dispersão.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Previsibilidade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Pactuar capacidade, prazo e avanço de maturidade com metas realistas.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Valor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a materialização dos benefícios, não apenas sua estimativa.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reunião termina com decisões, responsáveis e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CRITÉRIO DE SAÍDA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Cada tema relevante precisa de decisão ou de um responsável por fechar a pendência.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Decisão / direcionamento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Responsável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Pendência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