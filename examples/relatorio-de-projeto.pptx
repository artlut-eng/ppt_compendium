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Projeto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Relatório de status - semana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Projeto no amarelo: prazo em risco por atraso do fornecedor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Avanço físico 62% vs. 68% planejado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projetado 3% abaixo do orçamento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Homologação do fornecedor X atrasou 2 semanas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plano B (fornecedor alternativo) até 05/09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4 de 5 dimensões no verde; prazo em amarelo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6974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66974" y="1554480"/>
            <a:ext cx="2035454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4134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4134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-2 sem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6748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6748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3908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3908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6523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86523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3683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3683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6297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6297" y="1554480"/>
            <a:ext cx="2035454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3457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3457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333333"/>
                </a:solidFill>
                <a:latin typeface="Calibri"/>
              </a:rPr>
              <a:t>1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Marco 3 desliza 2 semanas; marco final mantido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9" name="Oval 8"/>
          <p:cNvSpPr/>
          <p:nvPr/>
        </p:nvSpPr>
        <p:spPr>
          <a:xfrm>
            <a:off x="4267199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71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71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2" name="Oval 11"/>
          <p:cNvSpPr/>
          <p:nvPr/>
        </p:nvSpPr>
        <p:spPr>
          <a:xfrm>
            <a:off x="7528560" y="3566159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848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48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0" name="Oval 19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Avanço físico de 62% vs. 68% planejado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MS Project, base 01/09/2026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Risco crítico: homologação do fornecedor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Resposta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X não homologa até 15/09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Acionar fornecedor Y (plano B)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Rotatividade no time de testes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Contratar 1 temporário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Precisamos aprovar o plano B até sexta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 integrados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